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8C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INTERNAL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phasing, and segment expansion plan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0972800" cy="1645920"/>
          </a:xfrm>
          <a:prstGeom prst="rect">
            <a:avLst/>
          </a:prstGeom>
          <a:solidFill>
            <a:srgbClr val="0818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97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ARCHITECTURAL COMMITMENT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for Broker Edition becomes the foundation for every future Edition. </a:t>
            </a:r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reinvention. No throwaway. Each release builds on the last.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segments per year. Disciplined.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roadmap · v2.0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Five Editions. Same code.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9601200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103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Templates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21031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· Builder · Contractor · Planning · Facilities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9601200" cy="548640"/>
          </a:xfrm>
          <a:prstGeom prst="rect">
            <a:avLst/>
          </a:prstGeom>
          <a:solidFill>
            <a:srgbClr val="5B3FA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Config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· Fields · Validation · Transitions · Per-company customisation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3383280"/>
            <a:ext cx="960120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 Registry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383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number · date · checkbox · select · file_upload · composite types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4023360"/>
            <a:ext cx="9601200" cy="548640"/>
          </a:xfrm>
          <a:prstGeom prst="rect">
            <a:avLst/>
          </a:prstGeom>
          <a:solidFill>
            <a:srgbClr val="8A6200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Catalogue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0233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project DB · AI agent (Claude + web search) · Verification queue · Tenant import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4663440"/>
            <a:ext cx="9601200" cy="54864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6634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· Leads · Opportunities · Activities · AI Briefing/Coach/Match/Compose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5303520"/>
            <a:ext cx="960120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5303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53035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React · Vite · Vercel · Storage · Authentication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6217920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Edition adds a template at the top layer. Lower layers stay untouched. That's the multiplier — broker work is contractor work is builder work, just configured differently.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 drives everything.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stages = future technical debt. JSON config = future flexibility.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029200" cy="3840480"/>
          </a:xfrm>
          <a:prstGeom prst="rect">
            <a:avLst/>
          </a:prstGeom>
          <a:solidFill>
            <a:srgbClr val="F8FAFC"/>
          </a:solidFill>
          <a:ln w="19050">
            <a:solidFill>
              <a:srgbClr val="0F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5029200" cy="4572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companies.workflow_config (JSONB)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2186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1,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4198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"template_origin": "broker_v1",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6210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"segment": "broker",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8221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"stages": [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0233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2245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"site_visit",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4256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"label": "Site Visit",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6268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"color": {...},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828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"fields": [...],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"validation_rules": [...]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52303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43153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56327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"transitions": {...}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8338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JSONB ON COMPANIES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Per-company customisation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3108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broker firm gets its own workflow_config. Changes don't affect other tenants.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Stable IDs vs editable labels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977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IDs ("site_visit") never change. Labels ("Property Tour") can be customised without breaking historical data.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Field type registry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4846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simple types in v1 (text, number, date, checkbox, select, textarea, file_upload). 3 composite types added in Year 2 for Builder Edition.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Defensive writes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5715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column doesn't exist on a customer instance, retry without it. Graceful degradation, not crashes.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delivery — Broker Edition v1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phases. Seven hours. Each shippable.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independently testable, independently shippable, no big-bang risk.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1031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06040"/>
            <a:ext cx="2103120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workflow_config column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389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BROKER_TEMPLATE_V1 const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8920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 registry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DynamicFieldRenderer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606040"/>
            <a:ext cx="21031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2606040"/>
            <a:ext cx="2103120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306324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632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63240" y="38862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DynamicStageGate component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63240" y="4389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hardcoded dialog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63240" y="48920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stages end-to-end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63240" y="53949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template assignment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2606040"/>
            <a:ext cx="21031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2606040"/>
            <a:ext cx="2103120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9240" y="38862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StageCapturedDataCard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49240" y="4389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post-capture view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48920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Per-field-type rendering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98080" y="2606040"/>
            <a:ext cx="21031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2606040"/>
            <a:ext cx="2103120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44" name="Text 42"/>
          <p:cNvSpPr/>
          <p:nvPr/>
        </p:nvSpPr>
        <p:spPr>
          <a:xfrm>
            <a:off x="763524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352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~1h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6352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35240" y="38862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77240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current stages → IDs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35240" y="4389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7240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Al Mansoori opps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35240" y="48920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77240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on mismatch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784080" y="2606040"/>
            <a:ext cx="21031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84080" y="2606040"/>
            <a:ext cx="2103120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55" name="Text 53"/>
          <p:cNvSpPr/>
          <p:nvPr/>
        </p:nvSpPr>
        <p:spPr>
          <a:xfrm>
            <a:off x="992124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9212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~1h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9212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921240" y="38862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05840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business_type defaults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921240" y="4389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05840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21240" y="48920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05840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all stages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921240" y="53949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05840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~7 hours focused work · zero existing-functionality regression risk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 expansion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Editions over 2-3 years.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1-2 segments per year. Each release validated before the next is started.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Period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Novel 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Reuse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solidFill>
            <a:srgbClr val="FAF6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71800"/>
            <a:ext cx="54864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Edition v1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+ 12 broker stages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+ AI infra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29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Jul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v1.x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+ Manager view + PDFs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v1 work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886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 2026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v1.5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ownership + AI extensions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autonomy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7552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v1 work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343400"/>
            <a:ext cx="109728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Y2 H1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Edition v1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template + composite fields + W7 work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4343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deposit_amount + name_insertions + forfeiture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755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 + AI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800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Y2 H2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Edition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97680" y="4800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template + project mgmt fields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4800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Sub-contractor field types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75520" y="4800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 + AI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257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Y3 H1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011680" y="5257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Planning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97680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template + regulatory tracking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5257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Multi-stakeholder approval flows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875520" y="5257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 + AI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5715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Y3 H2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011680" y="5715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Management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297680" y="5715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template + tenant + maintenance flows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0" y="5715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 + SLA tracking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875520" y="5715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 + AI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codebase. Same architecture. Same multi-tenant infra. Each Edition adds a template + 1-3 segment-specific field types. The reuse compounds.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about what could go wrong.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opps break on stage migration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2423160"/>
            <a:ext cx="1005840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script preserves stage names → IDs mapping. Defensive on mismatch — leave as-is, log warning, opp still renders.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349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 registry incomplete for broker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424160" y="2423160"/>
            <a:ext cx="1005840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55080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29992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simple types cover 100% of broker fields. Composite types (deposit, name_insertions) deferred to Builder where they're needed.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49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49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need adjustment after broker meeting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794760"/>
            <a:ext cx="1005840" cy="2743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3708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are constants in code — easy to edit between phases. Workflow refinement IS the broker meeting outcome, not a setback.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657600"/>
            <a:ext cx="5349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749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issues with large workflow_config JSON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24160" y="3794760"/>
            <a:ext cx="1005840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5080" y="4160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43708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is indexed in Postgres. Cached at company-load. Even 50-stage configs are &lt;50KB.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5349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120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Edition needs cross-field validation we don't yet support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5166360"/>
            <a:ext cx="100584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5166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" y="5532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5742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problem, not now. Will add validation rule engine when Builder template requires it. Architecture supports the addition.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5029200"/>
            <a:ext cx="534924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5120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wants completely custom workflow we can't easily support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424160" y="5166360"/>
            <a:ext cx="100584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7" name="Text 35"/>
          <p:cNvSpPr/>
          <p:nvPr/>
        </p:nvSpPr>
        <p:spPr>
          <a:xfrm>
            <a:off x="10424160" y="5166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55080" y="5532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5742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WorkflowConfigEditor admin UI gives admins partial control. v3: full custom field/stage creation. Roadmap accommodates.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deferred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Discipline. Saying no to scope creep.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explicitly NOT in Broker Edition v1. Each has a clear future home.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972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9748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stage creation by admins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 (Year 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606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templates as-is for v1. Customer demand will drive admin UI.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0972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0040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00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validation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Builder Edition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3108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need is real for builder. Broker doesn't need yet.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0972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70332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03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WorkflowConfigEditor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3611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 H2 / v2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3611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inspect first. Editable later. Driven by customer feedback.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10972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20624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06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— scheduled agent runs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4114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Sprint 1 post-v1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4114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cron daily. Transforms catalogue from manual to self-updating.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10972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70916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709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617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— brochure/floor plan storage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0" y="4617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Sprint 2-3 post-v1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4617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biggest visible gap vs Reelly. Supabase Storage.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5120640"/>
            <a:ext cx="10972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21208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212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5120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— Bayut/PF/Dubizzle outbound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5120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H2 2026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5120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Push-to-portals vision. Requires business agreements + 4-6 months engineering.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5623560"/>
            <a:ext cx="10972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571500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5715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97280" y="5623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69280" y="5623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H2 2026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0" y="5623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works for v1. Native apps after broker validation + funding.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240" y="621792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6217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97280" y="6126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automation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69280" y="6126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 2026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0" y="6126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broker comms channel. Build after Sales validation.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6629400"/>
            <a:ext cx="10972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72084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6720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97280" y="6629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stage labels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669280" y="6629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v3+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315200" y="6629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UAE customers operate in English/Arabic. Add when expanding to non-Gulf.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C9A84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what we're building.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this order. With this discipline.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Edition v1 ships first.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builder code in production until broker is stable + has paying customers.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over hardcoding.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field, stage, or rule goes through workflow_config — never inline in JSX.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486400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segments per year, max.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beats ambition. Each Edition validated before the next is started.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redlines, pushback welcome.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— Internal Roadmap</dc:title>
  <dc:subject>PptxGenJS Presentation</dc:subject>
  <dc:creator>Abid Mirza, BFC</dc:creator>
  <cp:lastModifiedBy>Abid Mirza, BFC</cp:lastModifiedBy>
  <cp:revision>1</cp:revision>
  <dcterms:created xsi:type="dcterms:W3CDTF">2026-05-04T10:48:30Z</dcterms:created>
  <dcterms:modified xsi:type="dcterms:W3CDTF">2026-05-04T10:48:30Z</dcterms:modified>
</cp:coreProperties>
</file>
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· 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built. The catalogue is growing.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multi-tenant catalogue with import-and-own architecture is operational. AI extraction works across major UAE developers. Today's coverage is the foundation; expansion is sequenced and capital-efficient.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945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94560"/>
            <a:ext cx="18745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591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Catalogue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227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UAE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33472" y="21945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2194560"/>
            <a:ext cx="1874520" cy="73152"/>
          </a:xfrm>
          <a:prstGeom prst="rect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23591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5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724912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Configured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24912" y="3227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tier UAE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72584" y="21945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2194560"/>
            <a:ext cx="1874520" cy="7315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23591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64024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Live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3227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open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11696" y="21945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11696" y="2194560"/>
            <a:ext cx="1874520" cy="73152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23591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803136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Data Fields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3136" y="3227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schema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 TODAY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catalogue architecture (production)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Import-and-own data sovereignty (one-click clone with provenance)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(Claude Sonnet 4.5 + web search) — operational across selected developers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per-unit schema — 54 fields including premium features, pricing, documents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expansion · disciplined phasing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first. Investment-bearing second.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unlocks 5,000+ Dubai projects via free open data. Phase 2 unlocks pre-announcement off-plan visibility via regulated APIs (requires trade license amendment + DLD approval).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NEXT 6-9 WEEKS · AED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931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data sources · zero licensing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Pulse Open Data → 5,000+ Dubai projects (1-2 weeks)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AI agent to 50+ developers (2-3 weeks)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Bayut/PF public listings — market intelligence layer (1-2 weeks)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Sharjah open data — emirate coverage (1 week)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RSS / news feeds — early launch signals (1 week)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5,000+ projects, multi-source verified, zero licensing cost.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3931920" cy="5029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MONTHS 2-6 · ~AED 5-15K SETUP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514600"/>
            <a:ext cx="3931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APIs · requires partner sign-off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9718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license amendment — adds DLD-regulated activity (14-day approval)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Trakheesi API — listing permit validation (real-time)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Oqood API — off-plan registrations BEFORE public launch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/ ADRES — Abu Dhabi regulated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Bayut paid API — premium listings + agent data (optional)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4526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pre-announcement off-plan visibility · regulator-grade source.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5166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built. Phase 1 needs only dev time. Phase 2 needs partner approval + minor regulatory cost.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growth path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Capital-efficient. Defensible. Sequenced.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competitors gate their growth behind expensive data subscriptions or partnerships. Our architecture lets us scale with minimal capex while building an ownership-based moat.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6974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dev time only — no licensing fees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~AED 5-15K total setup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pay subscription; we keep margins high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per-record data costs unlike portal aggregators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3260" y="20116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3260" y="201168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6140" y="22402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61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0614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moat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06140" y="33832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catalogue rare in UAE market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Import-and-own = brokers DEPEND on platform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depth (54 fields) hard to replicate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regulator approval = barrier for late entrants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20116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2011680"/>
            <a:ext cx="2697480" cy="73152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240280"/>
            <a:ext cx="502920" cy="502920"/>
          </a:xfrm>
          <a:prstGeom prst="ellipse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7220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delivery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33832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ships in 6-9 weeks · validates with brokers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partner discussion in parallel · 14-day clock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big-bang risk · each phase independently shippable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capital used for product, not data fees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moat compounds with every Phase. The earlier we expand, the harder we become to replicate.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Data Roadmap</dc:title>
  <dc:subject>PptxGenJS Presentation</dc:subject>
  <dc:creator>Abid Mirza, BFC</dc:creator>
  <cp:lastModifiedBy>Abid Mirza, BFC</cp:lastModifiedBy>
  <cp:revision>1</cp:revision>
  <dcterms:created xsi:type="dcterms:W3CDTF">2026-05-07T08:38:45Z</dcterms:created>
  <dcterms:modified xsi:type="dcterms:W3CDTF">2026-05-07T08:38:45Z</dcterms:modified>
</cp:coreProperties>
</file>
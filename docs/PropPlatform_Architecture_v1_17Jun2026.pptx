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</a:rPr>
              <a:t>PropPlatform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2540"/>
                </a:solidFill>
              </a:rPr>
              <a:t>System Architecture &amp; Design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3"/>
                </a:solidFill>
              </a:rPr>
              <a:t>A multi-tenant property platform for UAE brokers — engineered with clean, modular, defense-in-depth architecture.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</a:rPr>
              <a:t>3,679 lines in App.jsx | 60+ components | 37 tables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</a:rPr>
              <a:t>Three Layers, One Platform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43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</a:rPr>
              <a:t>⚡ Intelligence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PropPulse — AI-verified UAE projects &amp; developers. The data moat.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0" y="100584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143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</a:rPr>
              <a:t>🛡️ Compliance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37560" y="1417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Master agreements, proposal versioning, capability-based access.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0" y="100584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143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</a:rPr>
              <a:t>⚙️ Workflow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80760" y="1417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Lead → Opp → Proposal → Negotiation → Close, with AI Coach.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423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433"/>
                </a:solidFill>
              </a:rPr>
              <a:t>All three converge at Commission Outstanding — real cash-flow visibility across all developer portals.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</a:rPr>
              <a:t>System Architecture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solidFill>
            <a:srgbClr val="FFF8E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6070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0"/>
                </a:solidFill>
              </a:rPr>
              <a:t>🧭 Shell &amp; Routing — App.jsx | state | routing | auth | realtime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7218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0"/>
                </a:solidFill>
              </a:rPr>
              <a:t>🧩 Feature Modules — sales/ | opportunities/ | leadqueue/ | property/ | settings/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solidFill>
            <a:srgbClr val="E0F2F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8366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0"/>
                </a:solidFill>
              </a:rPr>
              <a:t>🔧 Shared UI Primitives — Modal | Button | Badge | Spinner | Form | etc.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solidFill>
            <a:srgbClr val="EEE8F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9514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0"/>
                </a:solidFill>
              </a:rPr>
              <a:t>📚 Lib &amp; Hooks — aiInvoke | permissions | supabase | useRealtime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0662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</a:rPr>
              <a:t>🗄️ Data &amp; Security — Postgres RLS | Realtime | 37 tables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Stack: React+Vite | Supabase (Postgres, RLS, Auth, Realtime) | Vercel | Anthropic API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</a:rPr>
              <a:t>From Monolith to Modular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645920"/>
          </a:xfrm>
          <a:prstGeom prst="rect">
            <a:avLst/>
          </a:prstGeom>
          <a:solidFill>
            <a:srgbClr val="FAEA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2540"/>
                </a:solidFill>
              </a:rPr>
              <a:t>~17,300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540"/>
                </a:solidFill>
              </a:rPr>
              <a:t>lines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433"/>
                </a:solidFill>
              </a:rPr>
              <a:t>Duplicate twins, hidden bugs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645920"/>
          </a:xfrm>
          <a:prstGeom prst="rect">
            <a:avLst/>
          </a:prstGeom>
          <a:solidFill>
            <a:srgbClr val="E6F4EE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280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2540"/>
                </a:solidFill>
              </a:rPr>
              <a:t>3,679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540"/>
                </a:solidFill>
              </a:rPr>
              <a:t>lines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433"/>
                </a:solidFill>
              </a:rPr>
              <a:t>60+ components, clean separation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</a:rPr>
              <a:t>−79%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Size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286000" y="2926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</a:rPr>
              <a:t>11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86000" y="3246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Extracted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0" y="2926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14800" y="3246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Twins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43600" y="2926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0" y="3246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Bugs fixed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</a:rPr>
              <a:t>Component Map by Domain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234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540"/>
                </a:solidFill>
              </a:rPr>
              <a:t>👤 sales/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0" y="1051560"/>
            <a:ext cx="1234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0972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540"/>
                </a:solidFill>
              </a:rPr>
              <a:t>🎯 opportunities/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1234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0972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540"/>
                </a:solidFill>
              </a:rPr>
              <a:t>📥 leadqueue/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1234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0972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540"/>
                </a:solidFill>
              </a:rPr>
              <a:t>🏠 property/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0" y="1051560"/>
            <a:ext cx="1234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0972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540"/>
                </a:solidFill>
              </a:rPr>
              <a:t>⚙️ settings/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0" y="1051560"/>
            <a:ext cx="1234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10972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540"/>
                </a:solidFill>
              </a:rPr>
              <a:t>🤝 customers/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Plus: PropPulse (intelligence) · CommissionOutstanding (cash flow) · MasterAgreements · CoachPage (AI) · InventoryModule · ReportsModule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</a:rPr>
              <a:t>Data Architecture: 37 Tables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33"/>
                </a:solidFill>
              </a:rPr>
              <a:t>CRM Core: leads | opportunities | proposals | activities | documents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33"/>
                </a:solidFill>
              </a:rPr>
              <a:t>PropPulse Global: projects | project_units | properties | unit_pricing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33"/>
                </a:solidFill>
              </a:rPr>
              <a:t>Governance: companies | groups | role_capabilities | agent_pools | lead_assignment_log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33"/>
                </a:solidFill>
              </a:rPr>
              <a:t>Financial: pp_commission_invoices | pp_master_agreements | sales_payments | reservations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33"/>
                </a:solidFill>
              </a:rPr>
              <a:t>Leasing (parked): leases | tenants | lease_cheques | maintenance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</a:rPr>
              <a:t>Multi-Tenant Security: Defense-in-Depth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433"/>
                </a:solidFill>
              </a:rPr>
              <a:t>① Two-Tier Identity — Platform Operators separate from Tenant Users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433"/>
                </a:solidFill>
              </a:rPr>
              <a:t>② Group→Branch→Data — Visibility rules configured per group, data scoped to branch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433"/>
                </a:solidFill>
              </a:rPr>
              <a:t>③ Capability Model — Per-tenant role_capabilities table, configurable without code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433"/>
                </a:solidFill>
              </a:rPr>
              <a:t>④ RLS + App-Layer — Postgres RLS on every table; crown jewels enforced in both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63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🔒 "What stops your engineering team reading our customer data?" → Architecture won't let them. Tenant data scoped by RLS; platform staff hold a separate identity.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</a:rPr>
              <a:t>Real-Time Sync &amp; AI Layer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433"/>
                </a:solidFill>
              </a:rPr>
              <a:t>🔄 Real-Time: Supabase Realtime subscriptions keep state live across tabs and users — proposals, activities, opps, leads auto-sync.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433"/>
                </a:solidFill>
              </a:rPr>
              <a:t>✨ AI: Single aiInvoke gateway routes all calls — AI Coach (deal ranking), PropPulse verification (project data), Proposal match (unit/buyer fit).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One gateway = one place to secure, rate-limit, audit, and swap models.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</a:rPr>
              <a:t>Technology &amp; Operations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0"/>
                </a:solidFill>
              </a:rPr>
              <a:t>🖥️ Front-End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React + Vite (fast HMR, 60+ modular components)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0" y="10058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0"/>
                </a:solidFill>
              </a:rPr>
              <a:t>🗄️ Back-End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1280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Supabase (Postgres RLS + Realtime + Auth)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0"/>
                </a:solidFill>
              </a:rPr>
              <a:t>🤖 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Anthropic API (goal-oriented, model-swappable)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16459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0"/>
                </a:solidFill>
              </a:rPr>
              <a:t>🚀 Delivery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920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Vercel deploy, Git-tagged checkpoints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</a:rPr>
              <a:t>Roadmap &amp; Vision: Property Operating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0"/>
                </a:solidFill>
              </a:rPr>
              <a:t>● Now Brokers — Sales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Full sales CRM live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514600" y="1005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0"/>
                </a:solidFill>
              </a:rPr>
              <a:t>→ Next Brokers — Leasing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1460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Schema ready, UI mirrored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1005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0"/>
                </a:solidFill>
              </a:rPr>
              <a:t>↗ Then Construction &amp; FM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Underserved personas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629400" y="1005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0"/>
                </a:solidFill>
              </a:rPr>
              <a:t>◆ Vision Property Platform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2940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Full business stack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33"/>
                </a:solidFill>
              </a:rPr>
              <a:t>Architecture designed for extensibility: each new persona = extension, not rebuild. Data moat compounds. Security scales. Every layer flexes.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2026-06-17T01:41:53Z</dcterms:created>
  <dcterms:modified xsi:type="dcterms:W3CDTF">2026-06-17T01:41:53Z</dcterms:modified>
</cp:coreProperties>
</file>
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UAE off-plan sales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deal flow. From buyer enquiry to commission paid.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stages. One platform. Brokers stay in PropPlatform end-to-end — no more logging into 5+ developer portals to track payments.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274320" cy="274320"/>
          </a:xfrm>
          <a:prstGeom prst="ellipse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5603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274320" cy="2743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F5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5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site visit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offer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25603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749040" y="182880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Developer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5603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97880" y="25603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492240" y="1828800"/>
            <a:ext cx="274320" cy="2743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9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register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25603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863840" y="1828800"/>
            <a:ext cx="274320" cy="2743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60920" y="214884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9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2240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523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deal data lives in PropPlatform — proprietary intelligence no other product owns.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5+ developer portals with 1 unified workspace.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spend 20-40% of their daily time logging into Emaar Connect, Damac Broker, Sobha Partner, Aldar, Nakheel — just to check if buyers paid the next milestone. PropPlatform's Payment Milestones module ends that.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Emaar Connect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Damac Broker portal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Sobha Partner site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Aldar broker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Nakheel partner panel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5+ more...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each buyer manually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WhatsApp threads + Excel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7432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all deals visible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milestones paid + upload receipt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7 days before due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 surface to broker daily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 % auto-updates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eligibility tracked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in one place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ready for cooperating developers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financial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 that no other broker CRM has.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PropPlatform generates VAT-compliant commission invoice data automatically when SPA is signed. Integrates with broker's existing accounting tool. Tracks every dirham from invoice to payment.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Signed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377440" y="2194560"/>
            <a:ext cx="1920240" cy="91440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Auto-calculates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agreement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1920240" cy="91440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Tally / Zoho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VAT-compliant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broker's accounting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949440" y="2194560"/>
            <a:ext cx="1737360" cy="9144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+ reminders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REPORTS UNLOCKED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by Developer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view: how much each developer owes the brokerage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3260" y="37490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042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6042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 day buckets, escalation triggers, follow-up workflow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37490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Scorecards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to pay, dispute rate, realization % (proprietary data)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broker 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pillars. One platform. Built in disciplined sequence.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UAE broker CRMs do three things. Most competitors do all three superficially. We do each one deeply, sequentially, with PropPulse as the differentiated foundation.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57400" y="2194560"/>
            <a:ext cx="9144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AI catalogue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Open Data integration (Phase 1)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Oqood off-plan API (Phase 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ownership 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3260" y="20116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3260" y="2011680"/>
            <a:ext cx="2697480" cy="7315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6140" y="2194560"/>
            <a:ext cx="457200" cy="457200"/>
          </a:xfrm>
          <a:prstGeom prst="ellipse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61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23460" y="2194560"/>
            <a:ext cx="914400" cy="2743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34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61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0614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close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614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agreements + commission terms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discount workflow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milestone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invoicing + receivables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0116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2011680"/>
            <a:ext cx="2697480" cy="73152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194560"/>
            <a:ext cx="457200" cy="457200"/>
          </a:xfrm>
          <a:prstGeom prst="ellipse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89520" y="2194560"/>
            <a:ext cx="914400" cy="27432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+ Leads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grow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feeds: Bayut, PF, Dubizzle, Skyloov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lead inbox (portals + Meta)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integration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 + assignment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phasing. No big bang. Each pillar validated before next begins.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Sales Cycle Showcase</dc:title>
  <dc:subject>PptxGenJS Presentation</dc:subject>
  <dc:creator>Abid Mirza, BFC</dc:creator>
  <cp:lastModifiedBy>Abid Mirza, BFC</cp:lastModifiedBy>
  <cp:revision>1</cp:revision>
  <dcterms:created xsi:type="dcterms:W3CDTF">2026-05-07T04:38:04Z</dcterms:created>
  <dcterms:modified xsi:type="dcterms:W3CDTF">2026-05-07T04:38:04Z</dcterms:modified>
</cp:coreProperties>
</file>
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Supabase to OCI PostgreSQL Migration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A Complete Engineering Strategy for Multi-Cloud App Portability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Supabase Decoupling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Supabase is an entire integrated application stack, not just a standard isolated database engine.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Proprietary components like PostgREST (Auto API) lock frontend clients directly into schema models.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Embedded security models (Database RLS) rely heavily on internal functions like auth.uid() and auth.jwt().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Moving to cloud-native platforms means systematically decoupling infrastructure layers to preserve operational freedom.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Architectural Portability Strategy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Data Access Layer: Move from Frontend PostgREST Client API over to a Backend API Server + Portable ORM (Prisma / Drizzle).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User Identity: Replace the built-in proprietary 'auth' Schema with a Database-Agnostic Engine (Better Auth / Keycloak).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Object Storage: Swap custom buckets for a standard S3-Compatible API wrapper (OCI Object Storage S3 Compatibility API).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Access Control: Pull logic out of PostgreSQL Row-Level Security (RLS) into Application Middleware for stateless authorization checks.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Native OCI PostgreSQL Infrastructure Realities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Storage Lock-in: Decoupled DBOS (Database Optimized Storage) prevents standard physical replication tools like pg_basebackup.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Managed Environment Restrictions: No absolute 'superuser' (postgres role) rights, causing tool and script execution errors.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Version Limitations: Cloud provider update schedules limit flexible version transitions and external custom C extensions.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Network Isolation: Instances mandate Private Subnets. Local migrations and administrative tooling require explicit OCI Bastion pipelines.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Step-by-Step Data Migration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1. Schema Extraction: Run 'supabase db dump --role-only' and '--schema-only' to pull definitions out cleanly.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2. Data Extraction: Stream your tables using '--data-only --use-copy', intentionally filtering out 'storage.buckets_vectors'.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3. SQL Patching: Sanitize the files by stripping explicit 'auth', 'graphql', or 'realtime' schema configurations.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4. Secure Ingress: Open an SSH tunnel using the OCI Bastion Service over target port 5432.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5. Target Ingestion: Execute scripts onto OCI with '--no-owner' and '--no-privileges' flags to pass provider authorization blocks.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Ensuring Long-Term Application Portability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Keep database architectures standard: Build using universal data types and widely adopted SQL constructs.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Abstract API layers: Handle requests entirely via custom application logic to allow seamless environment swaps.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Containerize configurations: Run background application stacks within Docker or Kubernetes (OCI OKE) nodes.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Environment Isolation: Externalize connection parameters into dynamic environment variables for multi-stage deployments.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
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PropPlatform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Demo 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 — Thursday 14 May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minutes • 7 scenes • 3 killer moments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Presenter: Abid Mirza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Pre-Demo Checklist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5 minutes before investor meeting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Chrome INCOGNITO mode + prop-crm-two.vercel.app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Login as Super Admin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Hard refresh (Ctrl+Shift+R)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Maximize browser, close DevTools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Test network ~50ms ping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Backup screenshots ready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Phone silent, water ready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This script on 2nd screen / printed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Verify Rajesh EBT-09-05 at Closed Won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Verify 20 developers in catalog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Story Arc — 25 minutes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Opening Hook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2 min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Master Agreement = pricing power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3 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Lead → Opportunity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4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788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Scene 3: Offer Accepted + Override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0" y="2788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5 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291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Reserved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3 min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794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Scene 5: SPA Signed + Commission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0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5 min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297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Closed Won (locked price)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0" y="4297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2 min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4800600"/>
            <a:ext cx="411480" cy="41148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800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Scene 7: Commission Dashboard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0" y="4800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3 min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5303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303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🎬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5303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Closing Pitch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0" y="5303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1 min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107"/>
                </a:solidFill>
              </a:rPr>
              <a:t>⭐ = Killer Moment (investor attention high)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Opening Hook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2 minutes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WHAT YOU SAY: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</a:rPr>
              <a:t>"Imagine you're a UAE real estate broker. You have deals with 5+ developers — Emaar, DAMAC, Aldar, Sobha, Nakheel. Every morning you log into 5 different developer portals just to check: has my deal closed yet? Have I been paid yet? You waste 2-3 hours a day on this ritual. That's what PropPlatform solves."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WHAT'S ON SCREEN: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• Dashboard / home page open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• Don't click anything yet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• Let investor absorb the layout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INVESTOR TAKEAWAY: This solves a real, painful, daily problem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Scene 1: Master Agreement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3 minutes — Pricing Power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CLICK SEQUENCE: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1. Click "Master Agreements" in left nav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2. Show list — 4+ developers visible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3. Click on "Emaar Properties" agreement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4. Show: Commission 4.0%, Status Active, Discount up to 5%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WHAT YOU SAY: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</a:rPr>
              <a:t>"Notice the AI-validated terms — we use Claude to read the actual signed PDF agreement and extract commission terms. No manual entry. Prevents disputes later."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INVESTOR TAKEAWAYS: AI moat • Compliance-grade • Foundation for everything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Scene 2: Lead →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4 minutes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CLICK SEQUENCE: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1. Leads → + New Lead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2. Fill: Mohammed Al-Rashid, +971 50 555 1234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3. Budget: AED 2,500,000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4. Save → Convert to Opportunity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5. Pick unit EBT-10-06 → Save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WHAT YOU SAY: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</a:rPr>
              <a:t>"Watch this — the system AUTO-populates commission % from the Emaar master agreement. The broker doesn't enter this. It's pulled from the contractual source. That's data integrity."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INVESTOR TAKEAWAYS: Auto-data • Multi-source leads • Unit-level inventory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Scene 3: Offer Accepted + Override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C107"/>
                </a:solidFill>
              </a:rPr>
              <a:t>5 minutes — KILLER MOMENT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CLICK SEQUENCE: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1. Click "Advance to Offer Accepted"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2. Stage gate dialog opens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3. Show: Asking AED 2,500,000 | Discount 4% | Net Offer AED 2,400,000 (calculated)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4. Click "⚠️ Override Price" button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5. Change to AED 2,300,000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972800" cy="1645920"/>
          </a:xfrm>
          <a:prstGeom prst="rect">
            <a:avLst/>
          </a:prstGeom>
          <a:solidFill>
            <a:srgbClr val="FEF3C7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⚠️ COMMISSION IMPACT WARNING appears: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400E"/>
                </a:solidFill>
              </a:rPr>
              <a:t>Calculated: AED 2,400,000  →  Override: AED 2,300,000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</a:rPr>
              <a:t>Original commission @ 4%: AED 96,000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</a:rPr>
              <a:t>New commission: AED 92,000 (−AED 4,000)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INVESTOR HOOK: "Compliance software that protects broker AND developer"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Scene 4: Reserved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3 minutes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CLICK SEQUENCE: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1. Click "Advance to Reserved"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2. Fill: Reservation fee AED 50,000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3. Save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4. Unit reference EBT-10-06 visible at top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WHAT YOU SAY: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</a:rPr>
              <a:t>"Unit reference now prominent — EBT-10-06. Brokers handling 50+ deals can never forget what unit is what. This unit is also locked out from other brokers — preventing double-booking."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INVESTOR TAKEAWAYS: Anti-double-booking • Unit visibility • Data integrity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Scene 5: SPA Signed = Payment Collection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C107"/>
                </a:solidFill>
              </a:rPr>
              <a:t>5 minutes — KILLER MOMENT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CLICK SEQUENCE: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1. "Advance to SPA Signed"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2. Pre-filled fees show (Booking, Reservation, DLD)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3. Mark Initial advance: 300k Received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4. Mark SPA 5k, Oqood 4020 Received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5. Mark Other Waived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6. Upload SPA 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7. Click "Buyer pays" for DLD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389120"/>
            <a:ext cx="3566160" cy="146304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434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📊 Payment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Total: AED 459,020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Buyer paid: 19%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Pending: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4389120"/>
            <a:ext cx="3566160" cy="1463040"/>
          </a:xfrm>
          <a:prstGeom prst="rect">
            <a:avLst/>
          </a:prstGeom>
          <a:solidFill>
            <a:srgbClr val="FFFBEB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4434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💰 Commission Preview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4754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4% × 2.3M = 92k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VAT 5%: 4,600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Net: AED 96,600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389120"/>
            <a:ext cx="356616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4434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💳 Credit Note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4754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Initial 300k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- Booking 100k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- Reservation 50k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= Buyer paid 150k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INVESTOR HOOK: Live commission preview at every save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Scene 6: Closed Won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2 minutes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CLICK SEQUENCE: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1. Click "Advance to Closed Won"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2. Final Sale Price shows: 🔒 LOCKED from SPA Signed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3. Click "🏆 Close Won"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4. Stage advances to Closed Won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WHAT YOU SAY: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</a:rPr>
              <a:t>"Price is locked — SPA is legally signed, can't be changed. The system creates a commission invoice draft automatically. Let me show you the killer dashboard."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INVESTOR TAKEAWAYS: Locked price • Audit trail • Auto commission invoice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Scene 7: Commission Outstanding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C107"/>
                </a:solidFill>
              </a:rPr>
              <a:t>3 minutes — KILLER MOMENT 3 (THE BIG ONE)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CLICK SEQUENCE: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Navigate to "Commission Outstanding"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Show: by-developer breakdown • aging buckets • realization rate • per-deal drill-down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WHAT YOU SAY: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</a:rPr>
              <a:t>"Remember the opening — broker logs into 5+ developer portals daily? THIS DASHBOARD REPLACES THAT RITUAL. Every closed deal becomes a commission invoice. By developer, by age, by realization rate. This is what brokers tell me is the #1 missing feature in every other CRM."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THE PAYOFF: One screen replaces 5+ developer portals → 10-15 hours saved per week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Closing Pitch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1 minute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</a:rPr>
              <a:t>"What you've seen:"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📋 Master Agreements as source of truth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🛡️ Stage gates enforce data integrity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💰 Live commission preview at every save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3657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⏱️ Multi-day deal closing (save partial state)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41148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📊 Commission Outstanding Dashboard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4572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🔐 Multi-tenant + security-first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C107"/>
                </a:solidFill>
              </a:rPr>
              <a:t>"PropPlatform isn't a CRM."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</a:rPr>
              <a:t>"It's UAE broker compliance software with a CRM frontend."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Contingency Plans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If something glitches during demo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Browser crash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71323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5544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Refresh, reload last state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11480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Login fails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71323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574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Show screenshots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11480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0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API timeout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71323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603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Wait 10 sec, refresh, continue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11480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Validation error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3063240"/>
            <a:ext cx="71323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0632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"That's data integrity protection"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11480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66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Investor asks unbuilt feature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0" y="3566160"/>
            <a:ext cx="71323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5661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"On our roadmap, here's the spec"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411480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690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Running long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0" y="4069080"/>
            <a:ext cx="71323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069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Skip Scene 4 (Reserved)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411480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572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Closed Won fails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0" y="4572000"/>
            <a:ext cx="71323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5720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Use Rajesh EBT-09-05 (already at Closed Won)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8A745"/>
                </a:solidFill>
              </a:rPr>
              <a:t>Most important rule: ACKNOWLEDGE briefly, MOVE ON. Don't panic.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Key Data — Quick 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Test Opportunity: Rajesh Haridas EBT-09-05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ID: fcd9e34f-c56a-4c74-87b1-105244e6ca68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Stage: Closed Won (backup demo)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Unit: EBT-09-05 Emaar Beachfront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Final Price: AED 2,000,000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Commission: 4%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New Opp Scenario (Mohammed Al-Rashid)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600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Buyer: Mohammed Al-Rashid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Phone: +971 50 555 1234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Budget: AED 2,500,000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Unit: EBT-10-06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Net Offer: AED 2,400,000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Override to: AED 2,300,000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Developer Catalog (20 developers)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Emaar Properties (4%) • DAMAC (5%) • Aldar • Sobha • Nakheel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Nshama • Meraas • Ellington • Select Group • Binghatti • Azizi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Dubai Properties • Omniyat • Majid Al Futtaim • Deyaar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Eagle Hills • RAK Properties • Reportage • Object 1 • Tiger Properties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Investor Q&amp;A Prep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897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</a:rPr>
              <a:t>"How is data isolated?" → Multi-tenant + RLS + Access Control spec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</a:rPr>
              <a:t>"Customer support?" → Support mode, time-limited, audited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</a:rPr>
              <a:t>"Developers?" → 20 today, scaling to 100+ post-funding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Timing Discipline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8531352" cy="731520"/>
          </a:xfrm>
          <a:prstGeom prst="rect">
            <a:avLst/>
          </a:prstGeom>
          <a:solidFill>
            <a:srgbClr val="F0F8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1371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</a:rPr>
              <a:t>Demo total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25 min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2286000"/>
            <a:ext cx="8531352" cy="731520"/>
          </a:xfrm>
          <a:prstGeom prst="rect">
            <a:avLst/>
          </a:prstGeom>
          <a:solidFill>
            <a:srgbClr val="F0F8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</a:rPr>
              <a:t>+ Q&amp;A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5 min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828800" y="3200400"/>
            <a:ext cx="8531352" cy="731520"/>
          </a:xfrm>
          <a:prstGeom prst="rect">
            <a:avLst/>
          </a:prstGeom>
          <a:solidFill>
            <a:srgbClr val="FFEBEE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200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3545"/>
                </a:solidFill>
              </a:rPr>
              <a:t>MAX total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3200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C3545"/>
                </a:solidFill>
              </a:rPr>
              <a:t>35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28800" y="457200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If running long: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5029200"/>
            <a:ext cx="85313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• Skip Scene 4 (Reserved) — easiest to compress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• Jump to: "And now the payment collection phase..."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• NEVER skip the killer moments (3, 5, 7)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Good luck! 🚀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CADCFC"/>
                </a:solidFill>
              </a:rPr>
              <a:t>You've built something real.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Trust the prep. Trust the system. Trust yourself.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760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Thursday 14 May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Demo Script</dc:title>
  <dc:subject>PptxGenJS Presentation</dc:subject>
  <dc:creator>PptxGenJS</dc:creator>
  <cp:lastModifiedBy>PptxGenJS</cp:lastModifiedBy>
  <cp:revision>1</cp:revision>
  <dcterms:created xsi:type="dcterms:W3CDTF">2026-05-12T06:16:46Z</dcterms:created>
  <dcterms:modified xsi:type="dcterms:W3CDTF">2026-05-12T06:16:46Z</dcterms:modified>
</cp:coreProperties>
</file>
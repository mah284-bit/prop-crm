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2926080" cy="2926080"/>
          </a:xfrm>
          <a:prstGeom prst="ellipse">
            <a:avLst/>
          </a:prstGeom>
          <a:solidFill>
            <a:srgbClr val="0A1A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502920"/>
            <a:ext cx="566928" cy="56692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0F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PropCRM  ×  Reelly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CONVERSATION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UAE brokerages.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6692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data network that powers the deals — and the engine that closes them.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Reelly Tech Ltd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PROPCRM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to run a brokerage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property intelligence, audit-grade compliance, and AI-assisted workflow — with the money in view at every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00800" cy="603504"/>
          </a:xfrm>
          <a:prstGeom prst="roundRect">
            <a:avLst>
              <a:gd name="adj" fmla="val 1212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311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43000" y="23865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UAE project, developer and unit — live and verified.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2770632"/>
            <a:ext cx="6400800" cy="603504"/>
          </a:xfrm>
          <a:prstGeom prst="roundRect">
            <a:avLst>
              <a:gd name="adj" fmla="val 1212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9443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63040" y="30998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agreements, audit-grade proposals, governed commissions.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188720" y="3483864"/>
            <a:ext cx="6400800" cy="603504"/>
          </a:xfrm>
          <a:prstGeom prst="roundRect">
            <a:avLst>
              <a:gd name="adj" fmla="val 1212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365760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3557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783080" y="38130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opportunities, negotiations and AI deal coaching in one flow.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251960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43484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251960"/>
            <a:ext cx="6858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visibility — the foundation.  </a:t>
            </a:r>
            <a:pPr indent="0" marL="0">
              <a:buNone/>
            </a:pPr>
            <a:r>
              <a:rPr lang="en-US" sz="125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commission, invoiced to received, in one live view.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that closes — and stands up to audit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078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Control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029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agent and per-deal splits — each governed, reason-logged and auditable to the fil.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14630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7190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8562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0078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Proposals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23560" y="2029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negotiation version kept, nothing overwritten — a trail that holds when a deal is disputed.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73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4107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552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Deal Coach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584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broker's read on any deal: specific next moves, ranked by confidence, one click to act.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1772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3273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4107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2552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23560" y="3584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brokerage sealed off by design — built to scale to hundreds without data crossing.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81728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&amp; IP shared under NDA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COMPLEMENTARITY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wins attention. Workflow wins the deal.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749040" cy="2834640"/>
          </a:xfrm>
          <a:prstGeom prst="roundRect">
            <a:avLst>
              <a:gd name="adj" fmla="val 290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REELLY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Starts the deal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UAE off-plan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active agents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developer relationships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 in one click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749040" cy="2834640"/>
          </a:xfrm>
          <a:prstGeom prst="roundRect">
            <a:avLst>
              <a:gd name="adj" fmla="val 2903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DEAL HAS TO CLOSE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layer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251460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· propose · negotiate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compliant &amp; audit-ready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commission, govern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money to received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PropCRM is that operating layer.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017520"/>
            <a:ext cx="3657600" cy="365760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Reelly's network × PropCRM's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1633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56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REELLY BRINGS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3042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market data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agents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access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8620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1633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385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1956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PROPCRM BRINGS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63440" y="23042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Lead-to-close workflow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governance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AI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7680960" cy="868680"/>
          </a:xfrm>
          <a:prstGeom prst="roundRect">
            <a:avLst>
              <a:gd name="adj" fmla="val 9474"/>
            </a:avLst>
          </a:prstGeom>
          <a:solidFill>
            <a:srgbClr val="C9A24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7033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 </a:t>
            </a:r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UAE real-estate operating stack — data that wins agents, an engine that closes and governs the deal.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one relationship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partnership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PropPulse, powered by Reelly's verified feed. A model you already run — fast, low-risk, immediate value.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46320" y="1508760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12064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166360" y="2606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 PropCRM to your network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build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PropCRM in as your CRM layer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opens the door. Track B is where it goes.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live, and moving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96312" cy="18288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today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27832" y="1554480"/>
            <a:ext cx="2496312" cy="18288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8105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83864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502152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brokerage testing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07024" y="1554480"/>
            <a:ext cx="2496312" cy="18288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8105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3056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181344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product, not a deck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8037576" cy="868680"/>
          </a:xfrm>
          <a:prstGeom prst="roundRect">
            <a:avLst>
              <a:gd name="adj" fmla="val 9474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14300" dist="38100" dir="5400000">
              <a:srgbClr val="0F254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9592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703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 is real — and it's our moat.  </a:t>
            </a:r>
            <a:pPr indent="0" marL="0">
              <a:buNone/>
            </a:pPr>
            <a:r>
              <a:rPr lang="en-US" sz="13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open the architecture under NDA, once we're aligned on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377440"/>
            <a:ext cx="4114800" cy="411480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we'd like to start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4767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PropCRM live — on real deals.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532888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data partnership (Track A).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9981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8152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strategic conversation (Track B).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16335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690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8720" y="3886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mutual NDA, then a working session.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contact name  ·  email  ·  propcrm 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PropCRM x Reelly</dc:title>
  <dc:subject>PptxGenJS Presentation</dc:subject>
  <dc:creator>PropCRM</dc:creator>
  <cp:lastModifiedBy>PropCRM</cp:lastModifiedBy>
  <cp:revision>1</cp:revision>
  <dcterms:created xsi:type="dcterms:W3CDTF">2026-06-29T15:30:06Z</dcterms:created>
  <dcterms:modified xsi:type="dcterms:W3CDTF">2026-06-29T15:30:06Z</dcterms:modified>
</cp:coreProperties>
</file>
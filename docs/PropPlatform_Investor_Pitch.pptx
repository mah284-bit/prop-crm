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the UAE property industry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AI-NATIVE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AI for every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UAE-SPECIFIC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realities of this market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property segment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property is a </a:t>
            </a:r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$1+ trillion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industry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running on 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builders, contractors — the entire property value chain — operate on spreadsheets, WhatsApp threads, and outdated CRMs adapted from generic SaaS. Newer tools claim AI but use it superficially — chatbots, simple matchers, dedup. None build a configurable platform that grows with the firm. None bring AI deep into the daily workflow. None scale across the property value chain.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91440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29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generative AI just changed everything.</a:t>
            </a:r>
            <a:pPr indent="0" marL="0">
              <a:lnSpc>
                <a:spcPts val="2600"/>
              </a:lnSpc>
              <a:buNone/>
            </a:pP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build the deeply AI-native, configurable, multi-segment property platform is open. </a:t>
            </a:r>
            <a:pPr indent="0" marL="0">
              <a:lnSpc>
                <a:spcPts val="2600"/>
              </a:lnSpc>
              <a:buNone/>
            </a:pPr>
            <a:r>
              <a:rPr lang="en-US" sz="16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Brokers are bleeding deals to bad tooling.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broker firms in UAE. Most use Excel or generic CRMs that don't understand their workflow. The cost is real — and quantifiable.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73152" cy="169164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duplication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are duplicates the agent didn't know about — losing trust and 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2743200"/>
            <a:ext cx="73152" cy="1691640"/>
          </a:xfrm>
          <a:prstGeom prst="rect">
            <a:avLst/>
          </a:prstGeom>
          <a:solidFill>
            <a:srgbClr val="A0681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conflict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323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Industry-wide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13232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working the same buyer is a daily problem with no software solution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4617720"/>
            <a:ext cx="73152" cy="169164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5448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Hours/day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155448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memorise inventory or scroll lists — AI should do this in seconds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4617720"/>
            <a:ext cx="73152" cy="169164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920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proposals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3232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min each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13232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offer letter typed from scratch — inconsistent, slow, error-prone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 Broker Edition.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working deep in the workflow. A catalogue brokers own. A platform that grows.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9077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full book daily. Tells you what matters today across all deals + leads.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9077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30352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Per-deal advisor. Reads opportunity context. Recommends next move with reasoning.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9077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905256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buyer. Get ranked unit matches in seconds, not hours.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73659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55448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UAE-tone proposals with Arabic greetings. Suggests payment terms intelligently.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8912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73659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Catalogue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530352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DB. Browse, import to inventory, own the data. AI-discovered, human-verified.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3816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736592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905256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adapt to your firm. Same platform extends to builders, contractors, FM. No re-platforming.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 — our structural moat.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project catalogue with import-and-own mechanics. AI-discovered, human-verified, customer-customisable. Different category from existing UAE off-plan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834640"/>
            <a:ext cx="534924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PLAYERS  ·  DATA-AS-A-SERVICE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Broker QUERIES external API for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Data RENTED — no customer ownership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API down → broker workflow breaks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runs against query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customisation — see what they show 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Subscription = continued data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5349240" cy="310896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834640"/>
            <a:ext cx="53492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PROPPULSE  ·  DATA-AS-BOOTSTRAP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Broker IMPORTS projects to own inventory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OWNED — clones with provenance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Catalogue down → broker keeps working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runs natively on same 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customisation — broker edits anything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Subscription = catalogue access + AI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6217920"/>
            <a:ext cx="73152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+ web search discovers projects. Confidence-scored. Human-verified. Stored in multi-tenant catalogue. Brokers import to tenant inventory with one click — atomic clone with provenance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segments. One platform.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850M+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annual SaaS market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UAE property industry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 PROPERTY INDUSTRY SEGMENTS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2194560"/>
            <a:ext cx="4754880" cy="548640"/>
          </a:xfrm>
          <a:prstGeom prst="rect">
            <a:avLst/>
          </a:prstGeom>
          <a:solidFill>
            <a:srgbClr val="FAF6E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19456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/ Developer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 H1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3474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74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 H2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Planning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 H1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475488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Management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4754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 H2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760720"/>
            <a:ext cx="54864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try to be everything at once.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 Broker Edition first, prove it, then add segments one at a time over 2-3 years. </a:t>
            </a:r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platform. Each release expands the market.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weeks. A working platform with real moat.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slideware. Not vapourware. Production code, deployed, tested, used.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3447288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3016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integrated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4496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37376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catalogue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61704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9061704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9061704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44584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 signed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WORKING IN PRODUCTION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6460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— reads 40+ opps daily, surfaces what's hot</a:t>
            </a:r>
            <a:endParaRPr lang="en-US" sz="13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86460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2940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— per-deal recommendations with reasoning</a:t>
            </a:r>
            <a:endParaRPr lang="en-US" sz="13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675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5156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— ranks units against buyer profile in seconds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536752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2940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 — drafts UAE-tone proposals with Arabic greetings</a:t>
            </a:r>
            <a:endParaRPr lang="en-US" sz="13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7044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multi-tenant catalogue, AI-discovered, broker-imported</a:t>
            </a:r>
            <a:endParaRPr lang="en-US" sz="13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87044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workflow architecture — ready for builder + contractor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Disciplined. One segment at a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a market announcement. Each segment validated before the next is started.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10332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3611880"/>
            <a:ext cx="640080" cy="640080"/>
          </a:xfrm>
          <a:prstGeom prst="ellipse">
            <a:avLst/>
          </a:prstGeom>
          <a:solidFill>
            <a:srgbClr val="C9A84C"/>
          </a:solidFill>
          <a:ln w="3175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749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Edition v1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+ 10-20 customers.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35224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 H1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12464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3749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Edition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89504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segment.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230368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 H2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07608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7490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Edition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8464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 mgmt.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525512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 H1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302752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37490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9792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Edition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79792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+ master plans.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820656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 H2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0597896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37490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74936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Mgmt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774936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Post-handover.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+ maintenance.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40080" y="603504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25"/>
          <p:cNvSpPr/>
          <p:nvPr/>
        </p:nvSpPr>
        <p:spPr>
          <a:xfrm>
            <a:off x="868680" y="6035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reinvention.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for Broker becomes the foundation for every future Edition. Same platform, same architecture — segment templates layer on top.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4572000" cy="4572000"/>
          </a:xfrm>
          <a:prstGeom prst="ellipse">
            <a:avLst/>
          </a:prstGeom>
          <a:solidFill>
            <a:srgbClr val="C9A84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 to own UAE property tech.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RAISING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to scale Broker Edition.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 runway for product, sales, and customer success across 20-50 broker firms.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product, deployed, tested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3813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 signed (Al Mansoori)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4197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197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with deep enterprise software background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5811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81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architecture for 5 future segments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965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965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 — PropPulse + AI workflow depth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6217920"/>
            <a:ext cx="10972800" cy="36576"/>
          </a:xfrm>
          <a:prstGeom prst="rect">
            <a:avLst/>
          </a:prstGeom>
          <a:solidFill>
            <a:srgbClr val="C9A84C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— The OS for UAE Property Industry</dc:title>
  <dc:subject>PptxGenJS Presentation</dc:subject>
  <dc:creator>Abid Mirza, BFC</dc:creator>
  <cp:lastModifiedBy>Abid Mirza, BFC</cp:lastModifiedBy>
  <cp:revision>1</cp:revision>
  <dcterms:created xsi:type="dcterms:W3CDTF">2026-05-04T10:12:18Z</dcterms:created>
  <dcterms:modified xsi:type="dcterms:W3CDTF">2026-05-04T10:12:19Z</dcterms:modified>
</cp:coreProperties>
</file>
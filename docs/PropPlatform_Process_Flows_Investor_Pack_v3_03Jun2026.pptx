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PROPPLATFORM · BROKER EDITION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6-stage broker sales lifecycle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off-plan property sales actually work in the UAE — and why brokers need a CRM purpose-built for this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end-to-end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Agreement → Commission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53712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portals replaced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juggling 5+ portals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93024" y="3840480"/>
            <a:ext cx="3657600" cy="146304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375904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5001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Briefing, Coach, Match, Compose, PropPulse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 · Investor Pack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agreement to commission.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its own actors, captured data, and integration points. The platform must support all six end-to-end so brokers don't drop into developer portals mid-deal.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1691640" cy="9144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68880"/>
            <a:ext cx="502920" cy="5029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relationship setup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579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317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engagement + qualification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867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286000"/>
            <a:ext cx="1691640" cy="91440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68880"/>
            <a:ext cx="502920" cy="502920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605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+ discount approval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155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436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893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350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monitoring + docs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443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7724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67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8181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Executed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8638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473184" y="31546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601200" y="228600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2286000"/>
            <a:ext cx="16916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95560" y="24688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95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64692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692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+ accounting handoff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92640" y="41605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flow:  Buyer  →  Developer  →  Broker (commission)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5212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never holds buyer money. PropPlatform tracks the buyer's compliance so the broker can claim commission once the contract executes.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Developer Agreement.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per developer relationship. Captures commission terms, payment rules, and document trail. Becomes the default reference for every subsequent deal — saves brokers from re-entering terms per transaction.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9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MODULE CAPTURES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name + relationship contact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period (start, end, renewal date)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commission % (e.g., 4%, 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commission overrides (e.g., 6% on priority projects)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(commission paid 14 days post-SPA, etc.)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authority + escalation tiers (volume bonuses)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 document (PDF upload)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+ signed date (audit trail)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48640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240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reference for every deal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overrides without re-entering master terms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 trail (regulator + tax + dispute resolution)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Stage 2 (Lead → Opportunity) with correct commission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Multi-developer support (Emaar, DAMAC, Sobha, Aldar simultaneously)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pp_commissions schema — live and in use across deals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downstream — Stages 2-6 reference 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through 6 — sequenced and scoped.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shippable with no architectural rework. Stage N's output is Stage N+1's input — clean handoffs, no big bang.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8658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865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Opportunity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5877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profile + qualification + property interest. Already shipped. Stage 1 outputs feed default commission terms to every Opportunity created.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441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1810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 Developer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form + discount request workflow. Discount-approval logic and developer-side handshake to be completed.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1729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4962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962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Payment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507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schedule from booking. Manual + document-upload payment confirmations. Triggers commission readiness alerts.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904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58114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8114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98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Sale Deed Execution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782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+ verification + status flag. Confirms the sale is binding — unblocks commission invoicing in Stage 6.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6360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312664"/>
            <a:ext cx="393192" cy="393192"/>
          </a:xfrm>
          <a:prstGeom prst="ellipse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126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Invoicing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5513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full payable invoice from deal data. Issue, chase, collect, export to accounting. Closes the loop.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53675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done as tagged for Stage 2 — no architectural rework. Disciplined sequencing.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vs the post-demo roadmap.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what is deployed and customer-facing today, versus what comes next after this raise.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LIVE IN 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sales stages live — Agreement to Commission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Coach, Match, Compose, Briefing — all integrated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 — multi-tenant, AI-verified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cycle — invoice, chase, collect, export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Queue + governed assignment (audit trail)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sync + multi-tenant isolation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real brokerage (Al Mansoori) + Property Pack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POST-RAISE ROADMAP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606040"/>
            <a:ext cx="5486400" cy="3108960"/>
          </a:xfrm>
          <a:prstGeom prst="rect">
            <a:avLst/>
          </a:prstGeom>
          <a:solidFill>
            <a:srgbClr val="2F5582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7432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Overhaul — branded PDFs, email/WhatsApp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Leasing edition (next segment)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 + portfolio AI Coach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data integrations (RERA, DLD)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contractor edition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normalisation + platform hardening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 pilot to 10-20 brokerages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Disciplined. One stage at a time. Each release is a market announcement.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Process Flows — Investor Pack</dc:title>
  <dc:subject>PptxGenJS Presentation</dc:subject>
  <dc:creator>Abid Mirza, BFC</dc:creator>
  <cp:lastModifiedBy>Abid Mirza, BFC</cp:lastModifiedBy>
  <cp:revision>1</cp:revision>
  <dcterms:created xsi:type="dcterms:W3CDTF">2026-05-07T11:35:34Z</dcterms:created>
  <dcterms:modified xsi:type="dcterms:W3CDTF">2026-05-07T11:35:34Z</dcterms:modified>
</cp:coreProperties>
</file>
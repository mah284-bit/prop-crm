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C9A84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Brokers.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UAE founder. With UAE brokers. For your daily reality.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73152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pitch.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conversation. I'll show you what I've built so far. You tell me where I'm right, where I'm wrong, and what's missing.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community session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day, right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 if this sounds familiar.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9:00 AM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 the phone with a buyer. Halfway through, you realise — wait, did Ahmed already speak to this guy last month? You don't know. Your CRM doesn't know.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6888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 call. Lost trust. Maybe lost commission.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966960" y="1874520"/>
            <a:ext cx="164592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0" y="1874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109728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17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11:30 AM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291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says: 'I want a 2-bed in Marina, 1.5M, sea view if possible.' You scroll through inventory in your head. You forget half the matching units.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4688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 never shown.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966960" y="3017520"/>
            <a:ext cx="164592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Text 13"/>
          <p:cNvSpPr/>
          <p:nvPr/>
        </p:nvSpPr>
        <p:spPr>
          <a:xfrm>
            <a:off x="9966960" y="3017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160520"/>
            <a:ext cx="109728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4160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2:00 PM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4348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46888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buyers. Three WhatsApp threads. Three follow-ups due. Two slip your mind. By Friday you've forgotten which buyer was hot and which went cold.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46888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die in the gap.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966960" y="4160520"/>
            <a:ext cx="164592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4" name="Text 19"/>
          <p:cNvSpPr/>
          <p:nvPr/>
        </p:nvSpPr>
        <p:spPr>
          <a:xfrm>
            <a:off x="9966960" y="4160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" y="5303520"/>
            <a:ext cx="1097280" cy="9601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53035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4:30 PM</a:t>
            </a:r>
            <a:endParaRPr lang="en-US" sz="14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557784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46888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accepted. You sit down to type the proposal. 25 minutes later, with three typos and the wrong payment terms, you send it.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24688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questions your professionalism.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966960" y="5303520"/>
            <a:ext cx="1645920" cy="960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Text 25"/>
          <p:cNvSpPr/>
          <p:nvPr/>
        </p:nvSpPr>
        <p:spPr>
          <a:xfrm>
            <a:off x="9966960" y="53035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— keep watching. If no — please tell me what your day looks like instead.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we've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working alongside you.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'AI' as a buzzword. Real AI features that solve real problems you have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7614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I focus on today?"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full pipeline daily. Surfaces the 3-5 deals that need YOU today.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246888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246888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26517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7614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25780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deal is stuck. What now?"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0" y="3337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any opportunity, reads everything, and tells you the next move with reasoning.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246888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38160" y="246888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1040" y="26517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76148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684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0068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units fit this buyer?"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321040" y="3337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buyer in plain English. Get ranked unit matches with reasons.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425196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425196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Shape 23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4456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50876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draft the proposal?"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2296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UAE-tone proposals with Arabic greetings. Five minutes vs 25.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389120" y="425196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389120" y="4251960"/>
            <a:ext cx="73152" cy="16276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5" name="Shape 29"/>
          <p:cNvSpPr/>
          <p:nvPr/>
        </p:nvSpPr>
        <p:spPr>
          <a:xfrm>
            <a:off x="4572000" y="4434840"/>
            <a:ext cx="548640" cy="548640"/>
          </a:xfrm>
          <a:prstGeom prst="ellipse">
            <a:avLst/>
          </a:prstGeom>
          <a:solidFill>
            <a:srgbClr val="FAF6EC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544568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5780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25780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"Where's the project database?"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projects, filter by builder/area/handover, import to YOUR inventory in one click. Yours to edit, customise, own.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138160" y="4251960"/>
            <a:ext cx="35204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138160" y="4251960"/>
            <a:ext cx="73152" cy="1627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Shape 35"/>
          <p:cNvSpPr/>
          <p:nvPr/>
        </p:nvSpPr>
        <p:spPr>
          <a:xfrm>
            <a:off x="8321040" y="443484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544568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00684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90068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anyone else working this lead?"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832104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duplicates and agent conflicts automatically. No more commission disputes.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match how YOU work?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my draft. I want you to redline it — add stages, remove stages, rename stages.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60604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260604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8116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0" y="365760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657600"/>
            <a:ext cx="2606040" cy="914400"/>
          </a:xfrm>
          <a:prstGeom prst="rect">
            <a:avLst/>
          </a:prstGeom>
          <a:solidFill>
            <a:srgbClr val="FAF6E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Developer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0" y="365760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8116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Confirmation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74720" y="4709160"/>
            <a:ext cx="260604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1188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Pending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09360" y="4709160"/>
            <a:ext cx="2606040" cy="914400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4652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44000" y="4709160"/>
            <a:ext cx="2606040" cy="914400"/>
          </a:xfrm>
          <a:prstGeom prst="rect">
            <a:avLst/>
          </a:prstGeom>
          <a:solidFill>
            <a:srgbClr val="FEE2E2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8116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0080" y="5852160"/>
            <a:ext cx="10972800" cy="77724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NEED FROM YOU TODAY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6868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YOUR stages? Are any missing? Are any wrong? What do YOU call them?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compare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using REM or another tool?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truth: REM is good at what it does. We're building something different. Here's how we see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49240" cy="3291840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534924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REM WINS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Off-plan 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4472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Dubai projects, real-time pricing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749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9502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Bayut, PF, Dubizzle one-click publish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4531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on stores, mature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9560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funnels via WhatsApp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5257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458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9,000+ paying agents validating 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606040"/>
            <a:ext cx="5349240" cy="3291840"/>
          </a:xfrm>
          <a:prstGeom prst="rect">
            <a:avLst/>
          </a:prstGeom>
          <a:solidFill>
            <a:srgbClr val="FAF6E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606040"/>
            <a:ext cx="53492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WIN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2461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2461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projects you OWN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4472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import to inventory, customise, keep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7490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3749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 + Coach + Compose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9502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deep in workflow, not just chatbot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2519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42519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Agent-conflict detection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44531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conflicts before commission disputes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47548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4754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workflow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49560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adapts to YOUR firm's process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52578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0" y="5257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Multi-segment platform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5458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→ Leasing → Contractor → FM → Developer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6080760"/>
            <a:ext cx="1097280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6080760"/>
            <a:ext cx="73152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6080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REM is the broker app you use today.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 is the platform you grow into.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input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me get this right.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questions only you can answer. Your input shapes the product.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74720" cy="411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YOUR WORKFLOW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actual stages in your sales process?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950208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50208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an average deal — new lead to commission paid?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00016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7000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ever collect any money from the buyer?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449824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4982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449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track which developer received the offer?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606040"/>
            <a:ext cx="347472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YOUR PAIN 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200400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reasons deals are lost?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950208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950208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re-engage rejected leads?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4700016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700016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47000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post-handover for repeat business?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5449824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544982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00600" y="5449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with co-broker situations?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2606040"/>
            <a:ext cx="3474720" cy="411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REGULATIONS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38160" y="3200400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4964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/ regulatory checkpoints in your flow?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3950208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3950208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49640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YOU need from buyer (vs what builder needs)?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4700016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700016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549640" y="47000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commission divided internally?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38160" y="5449824"/>
            <a:ext cx="3474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544982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49640" y="5449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'buyer goes to another broker'?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partner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shape it. You benefit first.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34747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651760"/>
            <a:ext cx="914400" cy="914400"/>
          </a:xfrm>
          <a:prstGeom prst="ellipse">
            <a:avLst/>
          </a:prstGeom>
          <a:solidFill>
            <a:srgbClr val="FAF6E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880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workflow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input directly shapes the stages, fields, and AI. Not a generic CRM with broker labels stuck on top.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194560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2194560"/>
            <a:ext cx="34747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651760"/>
            <a:ext cx="914400" cy="914400"/>
          </a:xfrm>
          <a:prstGeom prst="ellipse">
            <a:avLst/>
          </a:prstGeom>
          <a:solidFill>
            <a:srgbClr val="FAF6E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880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customer pricing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3440" y="4389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early-customer pricing for life. Plus priority feature requests as we ship the next 12-18 months of capability.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194560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38160" y="2194560"/>
            <a:ext cx="34747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Shape 14"/>
          <p:cNvSpPr/>
          <p:nvPr/>
        </p:nvSpPr>
        <p:spPr>
          <a:xfrm>
            <a:off x="9418320" y="2651760"/>
            <a:ext cx="914400" cy="914400"/>
          </a:xfrm>
          <a:prstGeom prst="ellipse">
            <a:avLst/>
          </a:prstGeom>
          <a:solidFill>
            <a:srgbClr val="FAF6E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8803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the industry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4389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PropPlatform adds Builder Edition next year, your customers — the developers — can plug into the same system. Seamless handovers.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5852160"/>
            <a:ext cx="1097280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FB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I'M ASKING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6868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today to redline the workflow. Maybe a follow-up call to validate v2. Then I build.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C9A84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product is being built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you, not FOR you.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I need from you: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brutally honest about what's missing or wrong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2-3 other brokers who'd give honest feedback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66928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open to being a founding customer when v1 ships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honesty.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— For UAE Brokers</dc:title>
  <dc:subject>PptxGenJS Presentation</dc:subject>
  <dc:creator>Abid Mirza, BFC</dc:creator>
  <cp:lastModifiedBy>Abid Mirza, BFC</cp:lastModifiedBy>
  <cp:revision>1</cp:revision>
  <dcterms:created xsi:type="dcterms:W3CDTF">2026-05-04T10:14:54Z</dcterms:created>
  <dcterms:modified xsi:type="dcterms:W3CDTF">2026-05-04T10:14:54Z</dcterms:modified>
</cp:coreProperties>
</file>
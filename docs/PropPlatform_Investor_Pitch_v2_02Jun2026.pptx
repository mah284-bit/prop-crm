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C9A84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C9A84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73152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BFC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PropPlatform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the UAE property industry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54864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AI-NATIVE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AI for every workflow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4937760"/>
            <a:ext cx="54864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UAE-SPECIFIC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realities of this market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4937760"/>
            <a:ext cx="54864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every property segment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6400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·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UAE property is a </a:t>
            </a:r>
            <a:pPr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$1+ trillion</a:t>
            </a:r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industry</a:t>
            </a:r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running on </a:t>
            </a:r>
            <a:endParaRPr lang="en-US" sz="4000" dirty="0"/>
          </a:p>
          <a:p>
            <a:pPr indent="0" marL="0">
              <a:buNone/>
            </a:pPr>
            <a:r>
              <a:rPr lang="en-US" sz="4000" b="1" i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</a:t>
            </a:r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Brokers, builders, contractors — the entire property value chain — operate on spreadsheets, WhatsApp threads, and outdated CRMs adapted from generic SaaS. Newer tools claim AI but use it superficially — chatbots, simple matchers, dedup. None build a configurable platform that grows with the firm. None bring AI deep into the daily workflow. None scale across the property value chain.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91440" cy="1280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029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generative AI just changed everything.</a:t>
            </a:r>
            <a:pPr indent="0" marL="0">
              <a:lnSpc>
                <a:spcPts val="2600"/>
              </a:lnSpc>
              <a:buNone/>
            </a:pPr>
            <a:endParaRPr lang="en-US" sz="2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window to build the deeply AI-native, configurable, multi-segment property platform is open. </a:t>
            </a:r>
            <a:pPr indent="0" marL="0">
              <a:lnSpc>
                <a:spcPts val="2600"/>
              </a:lnSpc>
              <a:buNone/>
            </a:pPr>
            <a:r>
              <a:rPr lang="en-US" sz="16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Brokers are bleeding deals to bad tooling.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broker firms in UAE. Most use Excel or generic CRMs that don't understand their workflow. The cost is real — and quantifiable.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743200"/>
            <a:ext cx="73152" cy="1691640"/>
          </a:xfrm>
          <a:prstGeom prst="rect">
            <a:avLst/>
          </a:prstGeom>
          <a:solidFill>
            <a:srgbClr val="C5303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17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duplication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30%+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54480" y="37033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leads are duplicates the agent didn't know about — losing trust and time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274320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2743200"/>
            <a:ext cx="73152" cy="1691640"/>
          </a:xfrm>
          <a:prstGeom prst="rect">
            <a:avLst/>
          </a:prstGeom>
          <a:solidFill>
            <a:srgbClr val="A0681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0175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conflict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13232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06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Industry-wide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132320" y="37033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working the same buyer is a daily problem with no software solution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461772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4617720"/>
            <a:ext cx="73152" cy="1691640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920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matching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554480" y="5166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Hours/day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1554480" y="5577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memorise inventory or scroll lists — AI should do this in seconds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17920" y="461772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17920" y="4617720"/>
            <a:ext cx="73152" cy="169164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9204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3232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proposals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132320" y="5166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 min each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7132320" y="5577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offer letter typed from scratch — inconsistent, slow, error-prone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PropPlatform Broker Edition.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working deep in the workflow. A catalogue brokers own. A platform that grows.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9077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full book daily. Tells you what matters today across all deals + leads.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7432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90779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303520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Per-deal advisor. Reads opportunity context. Recommends next move with reasoning.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38160" y="27432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90779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5256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9052560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buyer. Get ranked unit matches in seconds, not hours.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45720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73659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Compose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554480" y="5029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UAE-tone proposals with Arabic greetings. Suggests payment terms intelligently.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389120" y="45720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473659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0352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Catalogue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5303520" y="5029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project DB. Browse, import to inventory, own the data. AI-discovered, human-verified.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138160" y="45720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4736592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5256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9052560" y="5029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adapt to your firm. Same platform extends to builders, contractors, FM. No re-platforming.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PropPulse — our structural moat.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project catalogue with import-and-own mechanics. AI-discovered, human-verified, customer-customisable. Different category from existing UAE off-plan tools.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349240" cy="31089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834640"/>
            <a:ext cx="534924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EXISTING PLAYERS  ·  DATA-AS-A-SERVICE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Broker QUERIES external API for projects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Data RENTED — no customer ownership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API down → broker workflow breaks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AI runs against query response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customisation — see what they show you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Subscription = continued data access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834640"/>
            <a:ext cx="5349240" cy="3108960"/>
          </a:xfrm>
          <a:prstGeom prst="rect">
            <a:avLst/>
          </a:prstGeom>
          <a:solidFill>
            <a:srgbClr val="FAF6E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834640"/>
            <a:ext cx="534924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PROPPULSE  ·  DATA-AS-BOOTSTRAP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Broker IMPORTS projects to own inventory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OWNED — clones with provenance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Catalogue down → broker keeps working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runs natively on same database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customisation — broker edits anything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Subscription = catalogue access + AI value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6217920"/>
            <a:ext cx="73152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6217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How it works  ·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+ web search discovers projects. Confidence-scored. Human-verified. Stored in multi-tenant catalogue. Brokers import to tenant inventory with one click — atomic clone with provenance tracking.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segments. One platform.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850M+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annual SaaS market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UAE property industry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UAE PROPERTY INDUSTRY SEGMENTS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2194560"/>
            <a:ext cx="4754880" cy="548640"/>
          </a:xfrm>
          <a:prstGeom prst="rect">
            <a:avLst/>
          </a:prstGeom>
          <a:solidFill>
            <a:srgbClr val="FAF6E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2194560"/>
            <a:ext cx="54864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— Sales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0" y="283464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— Leasing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0" y="2834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347472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0" y="3474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3474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411480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Mgmt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4114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475488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4754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0" y="4754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0" y="4754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5760720"/>
            <a:ext cx="54864" cy="6400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We don't try to be everything at once.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We ship Broker Sales first, prove it, then add segments one at a time. </a:t>
            </a:r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 / real-estate community is our firm first target. Sequence after that may shift with market dynamics.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platform with real moat.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slideware. Not vapourware. Production code, deployed, tested, used.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17,000+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production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7288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3447288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30168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integrated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4496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54496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PropPulse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37376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project catalogue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61704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9061704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9061704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244584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 signed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WORKING IN PRODUCTION</a:t>
            </a:r>
            <a:endParaRPr lang="en-US" sz="10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64608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5156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 — reads 40+ opps daily, surfaces what's hot</a:t>
            </a:r>
            <a:endParaRPr lang="en-US" sz="13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864608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62940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— per-deal recommendations with reasoning</a:t>
            </a:r>
            <a:endParaRPr lang="en-US" sz="13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67528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51560" y="5303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 — ranks units against buyer profile in seconds</a:t>
            </a:r>
            <a:endParaRPr lang="en-US" sz="13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536752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629400" y="5303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Compose — drafts UAE-tone proposals with Arabic greetings</a:t>
            </a:r>
            <a:endParaRPr lang="en-US" sz="13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87044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51560" y="5806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— multi-tenant catalogue, AI-discovered, broker-imported</a:t>
            </a:r>
            <a:endParaRPr lang="en-US" sz="13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587044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29400" y="5806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Outstanding — full receivables cycle: invoice, chase, collect, export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Disciplined. One segment at a time.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release is a market announcement. Each segment validated before the next is started.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3931920"/>
            <a:ext cx="103327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17320" y="3611880"/>
            <a:ext cx="640080" cy="640080"/>
          </a:xfrm>
          <a:prstGeom prst="ellipse">
            <a:avLst/>
          </a:prstGeom>
          <a:solidFill>
            <a:srgbClr val="C9A84C"/>
          </a:solidFill>
          <a:ln w="31750">
            <a:solidFill>
              <a:srgbClr val="C9A84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3749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Sales v1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+ 10-20 customers.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35224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12464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24" y="3749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9504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Leasing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889504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Leasing workflows.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230368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07608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7490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4648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184648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workflows.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Sub-contractor mgmt.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525512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302752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37490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79792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Mgmt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479792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Post-handover.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+ maintenance.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9820656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LAST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10597896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056" y="374904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74936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9774936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+ developer ops.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to convert.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40080" y="6035040"/>
            <a:ext cx="54864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25"/>
          <p:cNvSpPr/>
          <p:nvPr/>
        </p:nvSpPr>
        <p:spPr>
          <a:xfrm>
            <a:off x="868680" y="6035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reinvention.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 for Broker becomes the foundation for every future Edition. Same platform, same architecture — segment templates layer on top.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029200"/>
            <a:ext cx="4572000" cy="4572000"/>
          </a:xfrm>
          <a:prstGeom prst="ellipse">
            <a:avLst/>
          </a:prstGeom>
          <a:solidFill>
            <a:srgbClr val="C9A84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with us to own UAE property tech.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WE'RE RAISING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to scale Broker Edition.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months runway for product, sales, and customer success across 20-50 broker firms.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2648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BRING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product, deployed, tested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38130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3813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 signed (Al Mansoori)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41970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41970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with deep enterprise software background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45811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5811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architecture for 5 future segments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49651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4965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moat — PropPulse + AI workflow depth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6217920"/>
            <a:ext cx="10972800" cy="36576"/>
          </a:xfrm>
          <a:prstGeom prst="rect">
            <a:avLst/>
          </a:prstGeom>
          <a:solidFill>
            <a:srgbClr val="C9A84C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6355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PropPlatform — The OS for UAE Property Industry</dc:title>
  <dc:subject>PptxGenJS Presentation</dc:subject>
  <dc:creator>Abid Mirza, BFC</dc:creator>
  <cp:lastModifiedBy>Abid Mirza, BFC</cp:lastModifiedBy>
  <cp:revision>1</cp:revision>
  <dcterms:created xsi:type="dcterms:W3CDTF">2026-05-04T10:12:18Z</dcterms:created>
  <dcterms:modified xsi:type="dcterms:W3CDTF">2026-05-04T10:12:19Z</dcterms:modified>
</cp:coreProperties>
</file>